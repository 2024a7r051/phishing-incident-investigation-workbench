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MAJOR DEGREE / COURSE PROJECT PRESENTATION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Automated Phishing Incident</a:t>
            </a:r>
            <a:br/>
            <a:r>
              <a:t>Investigation Workbench</a:t>
            </a:r>
          </a:p>
          <a:p>
            <a:pPr>
              <a:spcAft>
                <a:spcPts val="2800"/>
              </a:spcAft>
              <a:defRPr sz="1400">
                <a:solidFill>
                  <a:srgbClr val="94A3B8"/>
                </a:solidFill>
              </a:defRPr>
            </a:pPr>
            <a:r>
              <a:t>A Full-Stack SOC Incident Triage Platform with Header Forensics, Anchor Spoof Detection, Threat Intel &amp; MITRE ATT&amp;CK Mapping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Presenter: Shivangi Gupta   |   Domain: Cybersecurity / SOC Operations   |   Status: Fully Deployed &amp; Operational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MDC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Industry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🚨 The Threat Landscape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90%+ of cyberattacks originate via malicious phishing emails.</a:t>
            </a:r>
            <a:br/>
            <a:br/>
            <a:r>
              <a:t>• Attackers leverage subtle deception: brand typosquatting, hidden double extensions, and disguised hyperlinks.</a:t>
            </a:r>
            <a:br/>
            <a:br/>
            <a:r>
              <a:t>• High volume of daily alerts overwhelms security analysts.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⏳ The Manual Bottleneck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SOC analysts manually inspect raw RFC 822 text files for SPF/DKIM/DMARC.</a:t>
            </a:r>
            <a:br/>
            <a:br/>
            <a:r>
              <a:t>• Requires opening 5+ separate tabs (VirusTotal, URLhaus, AbuseIPDB, WHOIS).</a:t>
            </a:r>
            <a:br/>
            <a:br/>
            <a:r>
              <a:t>• Average manual triage time: 15–20 minutes per email, creating fatigue and delayed incident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🎯 Proposed Solution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An automated workbench that ingests any .eml file or raw MIME text.</a:t>
            </a:r>
            <a:br/>
            <a:br/>
            <a:r>
              <a:t>• Deconstructs headers, scans URLs for anchor spoofing, and inspects attachment magic bytes.</a:t>
            </a:r>
            <a:br/>
            <a:br/>
            <a:r>
              <a:t>• Enriches indicators in parallel and delivers complete risk verdict + audit report in &lt; 2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MDC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Objectives &amp; Scope of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1. Automated Email Header Forensics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Decode RFC 822 &amp; MIME multipart structures. Reconstruct reverse-chronological relay hops across Received: headers and parse SPF, DKIM, and DMARC alignment.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2. Advanced Hyperlink &amp; Anchor Deception Analysis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Extract all URLs from HTML/text. Identify Anchor Text Spoofing (where display text shows trusted brand like paypal.com but links to an unauthorized external IP).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3. Deep Attachment &amp; Binary Inspection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Analyze magic bytes (PE executables MZ, PDFs, ZIPs), detect double extensions (.pdf.exe), and calculate Shannon Entropy (&gt;7.1 indicating packed/encrypted payloads).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4. Threat Intelligence &amp; Typosquatting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Implement offline Levenshtein distance for brand lookalike detection, IDN homographs (xn--), plus parallel integration with URLhaus, AbuseIPDB, and VirusTotal.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5. Standardized Incident Documentation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Map findings to MITRE ATT&amp;CK® Enterprise techniques, generate auto-timelines, manage case references (CASE-XXXXXXXX), and export standalone HTML audit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MDC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4-Stage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STAGE 1: INGESTION</a:t>
            </a:r>
          </a:p>
          <a:p>
            <a:pPr>
              <a:spcAft>
                <a:spcPts val="1200"/>
              </a:spcAft>
              <a:defRPr sz="1300" b="1">
                <a:solidFill>
                  <a:srgbClr val="F8FAFC"/>
                </a:solidFill>
              </a:defRPr>
            </a:pPr>
            <a:r>
              <a:t>Raw .EML or RFC822 Input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Python email policy</a:t>
            </a:r>
            <a:br/>
            <a:r>
              <a:t>• Multipart MIME decode</a:t>
            </a:r>
            <a:br/>
            <a:r>
              <a:t>• Body text &amp; HTML split</a:t>
            </a:r>
            <a:br/>
            <a:r>
              <a:t>• Attachment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2: FORENSICS</a:t>
            </a:r>
          </a:p>
          <a:p>
            <a:pPr>
              <a:spcAft>
                <a:spcPts val="1200"/>
              </a:spcAft>
              <a:defRPr sz="1300" b="1">
                <a:solidFill>
                  <a:srgbClr val="F8FAFC"/>
                </a:solidFill>
              </a:defRPr>
            </a:pPr>
            <a:r>
              <a:t>Deep Analytical Inspection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Hop tracer &amp; Origin IP</a:t>
            </a:r>
            <a:br/>
            <a:r>
              <a:t>• SPF/DKIM/DMARC audit</a:t>
            </a:r>
            <a:br/>
            <a:r>
              <a:t>• Anchor spoof detector</a:t>
            </a:r>
            <a:br/>
            <a:r>
              <a:t>• Magic bytes &amp; Entropy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6032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STAGE 3: ENRICHMENT</a:t>
            </a:r>
          </a:p>
          <a:p>
            <a:pPr>
              <a:spcAft>
                <a:spcPts val="1200"/>
              </a:spcAft>
              <a:defRPr sz="1300" b="1">
                <a:solidFill>
                  <a:srgbClr val="F8FAFC"/>
                </a:solidFill>
              </a:defRPr>
            </a:pPr>
            <a:r>
              <a:t>Threat Intel &amp; Scoring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Levenshtein lookalikes</a:t>
            </a:r>
            <a:br/>
            <a:r>
              <a:t>• URLhaus active malware</a:t>
            </a:r>
            <a:br/>
            <a:r>
              <a:t>• AbuseIPDB abuse scores</a:t>
            </a:r>
            <a:br/>
            <a:r>
              <a:t>• 0-100 Weighted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6032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9164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STAGE 4: OPERATION</a:t>
            </a:r>
          </a:p>
          <a:p>
            <a:pPr>
              <a:spcAft>
                <a:spcPts val="1200"/>
              </a:spcAft>
              <a:defRPr sz="1300" b="1">
                <a:solidFill>
                  <a:srgbClr val="F8FAFC"/>
                </a:solidFill>
              </a:defRPr>
            </a:pPr>
            <a:r>
              <a:t>Triage &amp; Audit Reporting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MITRE ATT&amp;CK Matrix</a:t>
            </a:r>
            <a:br/>
            <a:r>
              <a:t>• Incident Timeline chain</a:t>
            </a:r>
            <a:br/>
            <a:r>
              <a:t>• Case management</a:t>
            </a:r>
            <a:br/>
            <a:r>
              <a:t>• HTML Report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MDC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Algorithms &amp; Code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Anchor Text Spoofing Detection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Compares domain in visible text against the actual destination href.</a:t>
            </a:r>
            <a:br/>
            <a:r>
              <a:t>Example: text says 'paypal.com' but href targets '194.87.139.12'.</a:t>
            </a:r>
            <a:br/>
            <a:r>
              <a:t>Formula: claimed_domain != actual_domain → Flag Spoofing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2. Shannon Entropy for Packed Payloads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Calculates binary randomness density (0.0 to 8.0).</a:t>
            </a:r>
            <a:br/>
            <a:r>
              <a:t>High values (&gt;7.1) indicate packed/encrypted malware bypassing antivirus.</a:t>
            </a:r>
            <a:br/>
            <a:r>
              <a:t>Formula: H(X) = - Σ P(x_i) * log2(P(x_i))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3. Levenshtein Distance (Typosquatting)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Measures edit operations between extracted domain and target brands.</a:t>
            </a:r>
            <a:br/>
            <a:r>
              <a:t>Catches lookalikes like 'update-paypal-security.cc' &amp; punycode (xn--).</a:t>
            </a:r>
            <a:br/>
            <a:r>
              <a:t>Runs 100% offline with zero API rate-limit delays.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4. Weighted Risk Scoring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Point-based audit: SPF fail (+25), DKIM fail (+20), Anchor spoof (+30), Executable attachment (+35), URLhaus malware (+40).</a:t>
            </a:r>
            <a:br/>
            <a:r>
              <a:t>Verdicts: &gt;=70 MALICIOUS | &gt;=35 SUSPICIOUS | &lt;35 BENIGN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DEMONSTRATION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Working Prototype: SOC Analyst Workbench UI</a:t>
            </a:r>
          </a:p>
        </p:txBody>
      </p:sp>
      <p:pic>
        <p:nvPicPr>
          <p:cNvPr id="5" name="Picture 4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🖥️ Live Web Interface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Dual Ingestion Modes:</a:t>
            </a:r>
            <a:br/>
            <a:r>
              <a:t>  1. Drag-and-drop .eml / .msg files</a:t>
            </a:r>
            <a:br/>
            <a:r>
              <a:t>  2. Paste raw RFC 822 email text</a:t>
            </a:r>
            <a:br/>
            <a:br/>
            <a:r>
              <a:t>• One-Click Demo Sample:</a:t>
            </a:r>
            <a:br/>
            <a:r>
              <a:t>  Instant live triage evaluation.</a:t>
            </a:r>
            <a:br/>
            <a:br/>
            <a:r>
              <a:t>• Live Deployment:</a:t>
            </a:r>
            <a:br/>
            <a:r>
              <a:t>  Deployed globally on Vercel Edge Serverless infrastructure.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DEMONSTRATION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Demonstration: Automated Triage Results</a:t>
            </a:r>
          </a:p>
        </p:txBody>
      </p:sp>
      <p:pic>
        <p:nvPicPr>
          <p:cNvPr id="5" name="Picture 4" descr="investig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⚡ Real Sample Output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Risk Verdict: 100/100 MALICIOUS</a:t>
            </a:r>
            <a:br/>
            <a:r>
              <a:t>• SPF / DKIM / DMARC: All Failed</a:t>
            </a:r>
            <a:br/>
            <a:r>
              <a:t>• Relay Origin: 185.220.101.45</a:t>
            </a:r>
            <a:br/>
            <a:r>
              <a:t>• Anchor Spoof: paypal.com text linking to 194.87.139.12</a:t>
            </a:r>
            <a:br/>
            <a:r>
              <a:t>• Payload: Invoice_OCT_2026.exe (PE Binary signature detected)</a:t>
            </a:r>
            <a:br/>
            <a:r>
              <a:t>• MITRE Techniques: 7 Mapped</a:t>
            </a:r>
            <a:br/>
            <a:r>
              <a:t>• Triage Time: &lt; 1.2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MDC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MITRE ATT&amp;CK Mapping &amp; Chronological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🎯 MITRE ATT&amp;CK® Enterprise Techniques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T1566.001 - Spearphishing Attachment (Initial Access)</a:t>
            </a:r>
            <a:br/>
            <a:r>
              <a:t>• T1566.002 - Spearphishing Link (Initial Access)</a:t>
            </a:r>
            <a:br/>
            <a:r>
              <a:t>• T1036.005 - Masquerading Legitimate Name (Defense Evasion)</a:t>
            </a:r>
            <a:br/>
            <a:r>
              <a:t>• T1586.002 - Compromise Email Accounts (Resource Dev)</a:t>
            </a:r>
            <a:br/>
            <a:r>
              <a:t>• T1204.001 / .002 - User Execution of Link/File (Execution)</a:t>
            </a:r>
            <a:br/>
            <a:r>
              <a:t>• T1059 - Command &amp; Scripting Interpreter (Execution)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⏱️ Chronological Chain of Custody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1. ORIGIN: Email dispatched from untrusted server.</a:t>
            </a:r>
            <a:br/>
            <a:r>
              <a:t>2. RELAY: Transit through intermediate mail relay hop.</a:t>
            </a:r>
            <a:br/>
            <a:r>
              <a:t>3. AUTH: SPF, DKIM, and DMARC evaluated.</a:t>
            </a:r>
            <a:br/>
            <a:r>
              <a:t>4. PAYLOAD: Hyperlink extracted and tested for spoofing.</a:t>
            </a:r>
            <a:br/>
            <a:r>
              <a:t>5. BINARY: Attachment decoded, hash and entropy computed.</a:t>
            </a:r>
            <a:br/>
            <a:r>
              <a:t>6. INTEL: Typosquatting / URLhaus threat cross-match.</a:t>
            </a:r>
            <a:br/>
            <a:r>
              <a:t>7. VERDICT: Formal incident status finalized.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MDC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Progress, Milestones &amp;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Phase 1: Foundation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RFC 822 parsing, hop tracing, SPF/DKIM/DMARC checks, anchor spoofing, and IOC defanging.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69163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100%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1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6311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Phase 2: Threat Intelligence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Levenshtein distance typosquatting engine, URLhaus malware feeds, AbuseIPDB integration.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587751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100%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46704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92424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Phase 3: Deep Inspection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Magic bytes inspection (MZ/PDF/ZIP), Shannon entropy analysis, and MITRE ATT&amp;CK mapping.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483864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100% 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42816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88536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Phase 4: Case Management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Case persistence (CASE-XXXXXXXX), analyst note logging, and standalone HTML audit report generator.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379976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100% 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38928"/>
            <a:ext cx="10698480" cy="77724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84648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CI/CD integration, deployed globally on Vercel Serverless with GitHub tracking.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27608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100% COMPLETED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EVALUATION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Live Demonstration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🏆 Key Achievements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Practical SOC Problem Solved:</a:t>
            </a:r>
            <a:br/>
            <a:r>
              <a:t>  Automates manual triage, reducing analysis time from 15 mins to &lt; 2 seconds.</a:t>
            </a:r>
            <a:br/>
            <a:br/>
            <a:r>
              <a:t>• Rigorous Security Standards:</a:t>
            </a:r>
            <a:br/>
            <a:r>
              <a:t>  Defangs all IOCs to prevent accidental execution.</a:t>
            </a:r>
            <a:br/>
            <a:br/>
            <a:r>
              <a:t>• Production-Ready Architecture:</a:t>
            </a:r>
            <a:br/>
            <a:r>
              <a:t>  FastAPI backend, responsive dark UI, automated pytest test suite (100% passing).</a:t>
            </a:r>
            <a:br/>
            <a:br/>
            <a:r>
              <a:t>• Formal Documentation:</a:t>
            </a:r>
            <a:br/>
            <a:r>
              <a:t>  Includes comprehensive Word specification (.docx) &amp; live GitHub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🔗 Project Links &amp; Resources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Live Deployed URL:</a:t>
            </a:r>
            <a:br/>
            <a:r>
              <a:t>  https://phishing-incident-investigation-wor.vercel.app</a:t>
            </a:r>
            <a:br/>
            <a:br/>
            <a:r>
              <a:t>• GitHub Repository:</a:t>
            </a:r>
            <a:br/>
            <a:r>
              <a:t>  https://github.com/Shivangi-gupta-loo1/</a:t>
            </a:r>
            <a:br/>
            <a:r>
              <a:t>  Phishing-Incident-Investigation-Workbench</a:t>
            </a:r>
            <a:br/>
            <a:br/>
            <a:r>
              <a:t>• Documentation Dossier:</a:t>
            </a:r>
            <a:br/>
            <a:r>
              <a:t>  Phishing_Investigation_Workbench_Documentation.docx</a:t>
            </a:r>
            <a:br/>
            <a:br/>
            <a:r>
              <a:t>• Ready for live demo questions &amp; evaluation!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